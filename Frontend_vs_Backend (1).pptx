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" roundtripDataSignature="AMtx7mhaNDXVHC9SaGSqOfw3Ubmr6g+q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65760" y="1463040"/>
            <a:ext cx="3474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Markup and web languages such as HTML, CSS and JavaScript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Asynchronous requests and Ajax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Specialized web editing software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Image Editing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Accessibility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Cross-browser Issues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Search Engine Optimization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4663440" y="1463040"/>
            <a:ext cx="3474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Programming and scripting such as Python, Ruby and/or Perl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Server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Database Administration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Scalability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Security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Data Transformation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Backup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840480" y="2560320"/>
            <a:ext cx="914400" cy="914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840480" y="25603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670600" y="1314225"/>
            <a:ext cx="3330000" cy="492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899300" y="1359800"/>
            <a:ext cx="3330000" cy="492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